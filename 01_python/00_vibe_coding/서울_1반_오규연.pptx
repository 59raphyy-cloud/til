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omfortaa" panose="020B0600000101010101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0" y="267652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150756" y="762000"/>
            <a:ext cx="3890486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6C5CE7"/>
                </a:solidFill>
                <a:latin typeface="Comfortaa"/>
                <a:ea typeface="Comfortaa"/>
                <a:cs typeface="Comfortaa"/>
                <a:sym typeface="Comfortaa"/>
              </a:rPr>
              <a:t>Chappy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8352" y="2008286"/>
            <a:ext cx="627529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일상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대화와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뉴스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분석을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결합한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지능형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비서</a:t>
            </a: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733083" y="5894487"/>
            <a:ext cx="27258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SSAFY 15기 Vibe Coding 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i="0" u="none" strike="noStrike" cap="none" dirty="0">
              <a:solidFill>
                <a:srgbClr val="2D343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2D3436"/>
                </a:solidFill>
              </a:rPr>
              <a:t>서울</a:t>
            </a:r>
            <a:r>
              <a:rPr lang="en-US" altLang="ko-KR" sz="1200" b="1" dirty="0">
                <a:solidFill>
                  <a:srgbClr val="2D3436"/>
                </a:solidFill>
              </a:rPr>
              <a:t>_1</a:t>
            </a:r>
            <a:r>
              <a:rPr lang="ko-KR" altLang="en-US" sz="1200" b="1" dirty="0">
                <a:solidFill>
                  <a:srgbClr val="2D3436"/>
                </a:solidFill>
              </a:rPr>
              <a:t>반</a:t>
            </a:r>
            <a:r>
              <a:rPr lang="en-US" altLang="ko-KR" sz="1200" b="1" dirty="0">
                <a:solidFill>
                  <a:srgbClr val="2D3436"/>
                </a:solidFill>
              </a:rPr>
              <a:t>_</a:t>
            </a:r>
            <a:r>
              <a:rPr lang="ko-KR" altLang="en-US" sz="1200" b="1" dirty="0" err="1">
                <a:solidFill>
                  <a:srgbClr val="2D3436"/>
                </a:solidFill>
              </a:rPr>
              <a:t>오규연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0" y="2676525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95055"/>
            <a:ext cx="5286375" cy="7823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418605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기존 챗봇의 한계: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대규모 언어 모델(LLM)의 Knowledge Cut-off로 인한 최신 정보 부재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094880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실시간 정보 요구: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사용자는 단순 대화를 넘어 실시간 뉴스 및 기사 분석을 원함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771155"/>
            <a:ext cx="52863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해결 방안: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Google News RSS와 LLM을 결합한 RAG(검색 증강 생성) 기반 지능형 비서 구현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4637930"/>
            <a:ext cx="5000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정보 효율성(Information Efficiency) 지표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4837955"/>
            <a:ext cx="5000625" cy="296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519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12821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80449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프로젝트 배경 및 목적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2612"/>
            <a:ext cx="5286375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52612"/>
            <a:ext cx="5286375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2233612"/>
            <a:ext cx="4524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52500" y="2233612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Core Technologies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410450" y="5281612"/>
            <a:ext cx="3133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env를</a:t>
            </a: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활용한</a:t>
            </a: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 API Key 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보안</a:t>
            </a:r>
            <a:endParaRPr lang="en-US" sz="1200" dirty="0">
              <a:solidFill>
                <a:srgbClr val="636E72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및 RSS 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파싱</a:t>
            </a: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로직</a:t>
            </a:r>
            <a:r>
              <a:rPr lang="en-US" sz="1200" b="0" i="0" u="none" strike="noStrike" cap="none" dirty="0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266263" y="2786062"/>
            <a:ext cx="4524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Language: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Python 3.11+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가상환경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venv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266263" y="3167062"/>
            <a:ext cx="4524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UI/UX: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Streamlit Framework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66263" y="3548062"/>
            <a:ext cx="4524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Feedparser (Google News RSS)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66263" y="3929062"/>
            <a:ext cx="4524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Model: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GMS (gpt-5-nano)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5125" y="2233612"/>
            <a:ext cx="4524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기술 스택 및 시스템 아키텍처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786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167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548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9290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1590"/>
            <a:ext cx="3492549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31590"/>
            <a:ext cx="3492549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31590"/>
            <a:ext cx="3492549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57750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57750"/>
            <a:ext cx="11049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884236" y="28269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일상 대화 (Chat)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3246090"/>
            <a:ext cx="27305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기본 챗봇 기능을 통해 일상적인 인사와 복잡한 논리 질문에 친근하게 응답합니다.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662535" y="28269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뉴스 분석 (Expand)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730799" y="3246090"/>
            <a:ext cx="27305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특정 키워드 감지 시 실시간 기사 5개를 추출하여 단순 나열이 아닌 심층 요약을 제공합니다.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440835" y="28269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보안 및 가독성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09099" y="3246090"/>
            <a:ext cx="27305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36E72"/>
                </a:solidFill>
                <a:latin typeface="Arial"/>
                <a:ea typeface="Arial"/>
                <a:cs typeface="Arial"/>
                <a:sym typeface="Arial"/>
              </a:rPr>
              <a:t>보안을 위한 환경 변수 관리와 링크 제공을 통해 정보의 출처를 명확히 밝힙니다.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60512" y="196021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10250" y="196021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8549" y="196021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채피(Chappy)의 핵심 기능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2155DA-F921-4F17-9F52-7923901A1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215" y="0"/>
            <a:ext cx="6175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4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5B597B-1608-437A-85ED-0732057F3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64" y="0"/>
            <a:ext cx="6206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0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1672530" y="3019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6C5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545210" y="3019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6C5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417891" y="3019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6C5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10290571" y="3019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6C5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95264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/>
          <p:nvPr/>
        </p:nvSpPr>
        <p:spPr>
          <a:xfrm>
            <a:off x="571500" y="2657475"/>
            <a:ext cx="11049000" cy="38100"/>
          </a:xfrm>
          <a:prstGeom prst="rect">
            <a:avLst/>
          </a:prstGeom>
          <a:solidFill>
            <a:srgbClr val="FAB1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10733" y="37052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V1.0 (현재)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4048125"/>
            <a:ext cx="243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RSS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연동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및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채팅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 b="1" dirty="0"/>
          </a:p>
        </p:txBody>
      </p:sp>
      <p:sp>
        <p:nvSpPr>
          <p:cNvPr id="163" name="Google Shape;163;p17"/>
          <p:cNvSpPr txBox="1"/>
          <p:nvPr/>
        </p:nvSpPr>
        <p:spPr>
          <a:xfrm>
            <a:off x="3383413" y="185737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V1.5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444180" y="2200275"/>
            <a:ext cx="243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대화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맥락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유지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Memory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강화</a:t>
            </a:r>
            <a:endParaRPr b="1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6256094" y="370522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V2.0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316860" y="4048125"/>
            <a:ext cx="243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카테고리별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뉴스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필터링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추가</a:t>
            </a:r>
            <a:endParaRPr b="1"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9128774" y="1857375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C5CE7"/>
                </a:solidFill>
                <a:latin typeface="Arial"/>
                <a:ea typeface="Arial"/>
                <a:cs typeface="Arial"/>
                <a:sym typeface="Arial"/>
              </a:rPr>
              <a:t>V3.0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89541" y="2200275"/>
            <a:ext cx="2430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멀티미디어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영상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이미지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확장</a:t>
            </a:r>
            <a:endParaRPr b="1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D3436"/>
                </a:solidFill>
                <a:latin typeface="Arial"/>
                <a:ea typeface="Arial"/>
                <a:cs typeface="Arial"/>
                <a:sym typeface="Arial"/>
              </a:rPr>
              <a:t>향후 발전 방향 및 로드맵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571500"/>
            <a:ext cx="762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와이드스크린</PresentationFormat>
  <Paragraphs>34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Comfortaa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SSAFY</cp:lastModifiedBy>
  <cp:revision>1</cp:revision>
  <dcterms:modified xsi:type="dcterms:W3CDTF">2026-01-16T08:02:04Z</dcterms:modified>
</cp:coreProperties>
</file>